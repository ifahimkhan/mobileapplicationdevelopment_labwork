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41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9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61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61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5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87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4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48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35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1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217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bg>
      <p:bgPr>
        <a:solidFill>
          <a:srgbClr val="073042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415600" y="19000"/>
            <a:ext cx="11360800" cy="62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6933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113982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  <p:sp>
        <p:nvSpPr>
          <p:cNvPr id="60" name="Google Shape;60;p14"/>
          <p:cNvSpPr txBox="1"/>
          <p:nvPr/>
        </p:nvSpPr>
        <p:spPr>
          <a:xfrm>
            <a:off x="3063133" y="6348400"/>
            <a:ext cx="3452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 b="1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Mohammed Fahim Khan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33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33382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12206800" cy="1358000"/>
          </a:xfrm>
          <a:prstGeom prst="rect">
            <a:avLst/>
          </a:prstGeom>
          <a:solidFill>
            <a:srgbClr val="0730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1219170" lvl="1" indent="-474121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000"/>
              <a:buAutoNum type="alphaLcPeriod"/>
              <a:defRPr sz="2667"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11398211" y="63192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  <p:sp>
        <p:nvSpPr>
          <p:cNvPr id="66" name="Google Shape;66;p15"/>
          <p:cNvSpPr txBox="1"/>
          <p:nvPr/>
        </p:nvSpPr>
        <p:spPr>
          <a:xfrm>
            <a:off x="3063133" y="6348400"/>
            <a:ext cx="3452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33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645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C83C8231-44EA-4EC3-BC93-5046223AC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872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oogle Sans"/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2404900" y="2811267"/>
            <a:ext cx="7261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0732662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01597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E19D-F26E-BDD6-CEA4-3C9E7277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US" dirty="0"/>
              <a:t>Understanding Intents in Android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B7700-B71C-BA50-E92C-7DED0AA06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Communication Between Activities, Services, and Broadcast Receivers</a:t>
            </a:r>
          </a:p>
          <a:p>
            <a:pPr lvl="1"/>
            <a:r>
              <a:rPr lang="en-US" dirty="0"/>
              <a:t>Presented by: Mohammed Fahim Khan</a:t>
            </a:r>
          </a:p>
        </p:txBody>
      </p:sp>
    </p:spTree>
    <p:extLst>
      <p:ext uri="{BB962C8B-B14F-4D97-AF65-F5344CB8AC3E}">
        <p14:creationId xmlns:p14="http://schemas.microsoft.com/office/powerpoint/2010/main" val="85609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B81E-3047-B895-6CA1-8D552E02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IN"/>
              <a:t>What is an Intent?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DD466-17D5-C70F-22E1-DF74808D8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Definition:</a:t>
            </a:r>
          </a:p>
          <a:p>
            <a:pPr lvl="1"/>
            <a:r>
              <a:rPr lang="en-US" dirty="0"/>
              <a:t>An Intent in Android is a messaging object used to request an action from another app component.</a:t>
            </a:r>
          </a:p>
          <a:p>
            <a:pPr lvl="1"/>
            <a:r>
              <a:rPr lang="en-US" dirty="0"/>
              <a:t>It is a fundamental concept for app components to communicate with each other.</a:t>
            </a:r>
          </a:p>
          <a:p>
            <a:pPr lvl="1"/>
            <a:r>
              <a:rPr lang="en-US" dirty="0"/>
              <a:t>Intents facilitate activities to start, services to execute, and broadcast receivers to receive broadcasts.</a:t>
            </a:r>
          </a:p>
        </p:txBody>
      </p:sp>
    </p:spTree>
    <p:extLst>
      <p:ext uri="{BB962C8B-B14F-4D97-AF65-F5344CB8AC3E}">
        <p14:creationId xmlns:p14="http://schemas.microsoft.com/office/powerpoint/2010/main" val="129864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F3D6-89EF-436B-D56A-CCD58268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IN"/>
              <a:t>Types of Intents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BC74C-0743-44ED-2974-AE45130A1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/>
          <a:lstStyle/>
          <a:p>
            <a:pPr lvl="0"/>
            <a:r>
              <a:rPr lang="en-IN"/>
              <a:t>Explicit Intent:</a:t>
            </a:r>
          </a:p>
          <a:p>
            <a:pPr lvl="1"/>
            <a:r>
              <a:rPr lang="en-US"/>
              <a:t>Directly specifies the component to start by name (e.g., a specific activity or service).</a:t>
            </a:r>
          </a:p>
          <a:p>
            <a:pPr lvl="1"/>
            <a:r>
              <a:rPr lang="en-US"/>
              <a:t>Used when you know the target component.</a:t>
            </a:r>
          </a:p>
          <a:p>
            <a:pPr lvl="0"/>
            <a:r>
              <a:rPr lang="en-IN"/>
              <a:t>Implicit Intent:</a:t>
            </a:r>
          </a:p>
          <a:p>
            <a:pPr lvl="1"/>
            <a:r>
              <a:rPr lang="en-US"/>
              <a:t>Declares a general action to perform, allowing the system to determine which component(s) can handle the intent.</a:t>
            </a:r>
          </a:p>
          <a:p>
            <a:pPr lvl="1"/>
            <a:r>
              <a:rPr lang="en-US"/>
              <a:t>Used when the component is not specified directly.</a:t>
            </a:r>
          </a:p>
        </p:txBody>
      </p:sp>
    </p:spTree>
    <p:extLst>
      <p:ext uri="{BB962C8B-B14F-4D97-AF65-F5344CB8AC3E}">
        <p14:creationId xmlns:p14="http://schemas.microsoft.com/office/powerpoint/2010/main" val="402372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7DA3-E034-AA39-4D10-5CDFF9912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IN" dirty="0"/>
              <a:t>Explicit Intent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929D6-8F4F-B01F-9864-EA5521376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Definition: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Specifies the exact component to start.</a:t>
            </a:r>
          </a:p>
          <a:p>
            <a:pPr marL="444498" lvl="0" indent="-342900">
              <a:buFont typeface="Wingdings" panose="05000000000000000000" pitchFamily="2" charset="2"/>
              <a:buChar char="v"/>
            </a:pPr>
            <a:r>
              <a:rPr lang="en-IN" dirty="0"/>
              <a:t>Use Case: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When you know the target component (e.g., starting a specific activity or service within your app).</a:t>
            </a:r>
          </a:p>
          <a:p>
            <a:pPr lvl="0"/>
            <a:r>
              <a:rPr lang="en-IN" dirty="0"/>
              <a:t>Example:</a:t>
            </a:r>
          </a:p>
          <a:p>
            <a:pPr lvl="0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FC9EE-E9F0-9B1D-3F69-0ABC503BB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80453"/>
            <a:ext cx="12192000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CA72-8379-A4B1-A47B-D067C998D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IN"/>
              <a:t>Implicit Intent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ACF79-596A-A3D2-56A0-4D2ABC6D0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/>
          <a:lstStyle/>
          <a:p>
            <a:pPr marL="745049" lvl="1" indent="0">
              <a:buNone/>
            </a:pPr>
            <a:r>
              <a:rPr lang="en-US" dirty="0"/>
              <a:t>Does not specify the component; instead, it declares an action to perform.</a:t>
            </a:r>
          </a:p>
          <a:p>
            <a:pPr marL="745049" lvl="1" indent="0">
              <a:buNone/>
            </a:pPr>
            <a:r>
              <a:rPr lang="en-US" dirty="0"/>
              <a:t>The system resolves the best component to handle the intent.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Use Case:</a:t>
            </a:r>
          </a:p>
          <a:p>
            <a:pPr lvl="1"/>
            <a:r>
              <a:rPr lang="en-US" dirty="0"/>
              <a:t>When you want any app that can handle the action to perform it (e.g., sharing content, opening a URL).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8D214-9950-1996-C2CF-BE3D2E6A9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301" y="4952734"/>
            <a:ext cx="10564699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6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87F9-F153-0A3E-94BA-9CDF6CE2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US"/>
              <a:t>Key Differences Between Explicit and Implicit Intents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FD9C-0ADF-0DE3-62DF-670D6E61E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/>
          <a:lstStyle/>
          <a:p>
            <a:pPr lvl="0"/>
            <a:r>
              <a:rPr lang="en-IN" dirty="0"/>
              <a:t>Explicit Intent:</a:t>
            </a:r>
          </a:p>
          <a:p>
            <a:pPr lvl="1"/>
            <a:r>
              <a:rPr lang="en-US" dirty="0"/>
              <a:t>Directly specifies the target component.</a:t>
            </a:r>
          </a:p>
          <a:p>
            <a:pPr lvl="1"/>
            <a:r>
              <a:rPr lang="en-US" dirty="0"/>
              <a:t>Used within an app or when the target is known.</a:t>
            </a:r>
          </a:p>
          <a:p>
            <a:pPr lvl="0"/>
            <a:r>
              <a:rPr lang="en-IN" dirty="0"/>
              <a:t>Implicit Intent:</a:t>
            </a:r>
          </a:p>
          <a:p>
            <a:pPr lvl="1"/>
            <a:r>
              <a:rPr lang="en-US" dirty="0"/>
              <a:t>Specifies an action instead of the target component.</a:t>
            </a:r>
          </a:p>
          <a:p>
            <a:pPr lvl="1"/>
            <a:r>
              <a:rPr lang="en-US" dirty="0"/>
              <a:t>The system matches the best component(s) based on intent filters.</a:t>
            </a:r>
          </a:p>
        </p:txBody>
      </p:sp>
    </p:spTree>
    <p:extLst>
      <p:ext uri="{BB962C8B-B14F-4D97-AF65-F5344CB8AC3E}">
        <p14:creationId xmlns:p14="http://schemas.microsoft.com/office/powerpoint/2010/main" val="302249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77B2-CB61-041C-5ACD-58C89A74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US" dirty="0"/>
              <a:t>How Package Manager Uses Intent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33FEB-92E6-7426-68E4-A2F907CF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Activity:</a:t>
            </a:r>
          </a:p>
          <a:p>
            <a:pPr lvl="1"/>
            <a:r>
              <a:rPr lang="en-IN" dirty="0"/>
              <a:t>Starting Activities:</a:t>
            </a:r>
          </a:p>
          <a:p>
            <a:pPr lvl="2"/>
            <a:r>
              <a:rPr lang="en-US" dirty="0" err="1"/>
              <a:t>startActivity</a:t>
            </a:r>
            <a:r>
              <a:rPr lang="en-US" dirty="0"/>
              <a:t>(intent): Launches an activity.</a:t>
            </a:r>
          </a:p>
          <a:p>
            <a:pPr lvl="2"/>
            <a:r>
              <a:rPr lang="en-US" dirty="0" err="1"/>
              <a:t>startActivityForResult</a:t>
            </a:r>
            <a:r>
              <a:rPr lang="en-US" dirty="0"/>
              <a:t>(intent, </a:t>
            </a:r>
            <a:r>
              <a:rPr lang="en-US" dirty="0" err="1"/>
              <a:t>requestCode</a:t>
            </a:r>
            <a:r>
              <a:rPr lang="en-US" dirty="0"/>
              <a:t>): Starts an activity and expects a result.</a:t>
            </a:r>
          </a:p>
          <a:p>
            <a:pPr lvl="2"/>
            <a:r>
              <a:rPr lang="en-IN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6B006-D570-6715-EFD3-AA94C5101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80453"/>
            <a:ext cx="12192000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07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77B2-CB61-041C-5ACD-58C89A74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US" dirty="0"/>
              <a:t>How Package Manager Uses Intent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33FEB-92E6-7426-68E4-A2F907CF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Service:</a:t>
            </a:r>
          </a:p>
          <a:p>
            <a:pPr lvl="1"/>
            <a:r>
              <a:rPr lang="en-IN" dirty="0"/>
              <a:t>Starting Services:</a:t>
            </a:r>
          </a:p>
          <a:p>
            <a:pPr lvl="2"/>
            <a:r>
              <a:rPr lang="en-US" dirty="0" err="1"/>
              <a:t>startService</a:t>
            </a:r>
            <a:r>
              <a:rPr lang="en-US" dirty="0"/>
              <a:t>(intent): Starts a service.</a:t>
            </a:r>
          </a:p>
          <a:p>
            <a:pPr lvl="2"/>
            <a:r>
              <a:rPr lang="en-US" dirty="0" err="1"/>
              <a:t>bindService</a:t>
            </a:r>
            <a:r>
              <a:rPr lang="en-US" dirty="0"/>
              <a:t>(intent, </a:t>
            </a:r>
            <a:r>
              <a:rPr lang="en-US" dirty="0" err="1"/>
              <a:t>serviceConnection</a:t>
            </a:r>
            <a:r>
              <a:rPr lang="en-US" dirty="0"/>
              <a:t>, flags): Binds to an existing service.</a:t>
            </a:r>
          </a:p>
          <a:p>
            <a:pPr lvl="2"/>
            <a:r>
              <a:rPr lang="en-IN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5D51D-7025-D83D-12B0-3500AE86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4292305"/>
            <a:ext cx="955490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1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77B2-CB61-041C-5ACD-58C89A74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US" dirty="0"/>
              <a:t>How Package Manager Uses Intent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33FEB-92E6-7426-68E4-A2F907CF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Broadcast Receiver:</a:t>
            </a:r>
          </a:p>
          <a:p>
            <a:pPr lvl="1"/>
            <a:r>
              <a:rPr lang="en-IN" dirty="0"/>
              <a:t>Sending Broadcasts:</a:t>
            </a:r>
          </a:p>
          <a:p>
            <a:pPr lvl="2"/>
            <a:r>
              <a:rPr lang="en-US" dirty="0" err="1"/>
              <a:t>sendBroadcast</a:t>
            </a:r>
            <a:r>
              <a:rPr lang="en-US" dirty="0"/>
              <a:t>(intent): Sends a standard broadcast.</a:t>
            </a:r>
          </a:p>
          <a:p>
            <a:pPr lvl="2"/>
            <a:r>
              <a:rPr lang="en-US" dirty="0" err="1"/>
              <a:t>sendOrderedBroadcast</a:t>
            </a:r>
            <a:r>
              <a:rPr lang="en-US" dirty="0"/>
              <a:t>(intent, </a:t>
            </a:r>
            <a:r>
              <a:rPr lang="en-US" dirty="0" err="1"/>
              <a:t>receiverPermission</a:t>
            </a:r>
            <a:r>
              <a:rPr lang="en-US" dirty="0"/>
              <a:t>): Sends a broadcast to one receiver at a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2D07A-5820-F53A-A252-87BA79959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4288204"/>
            <a:ext cx="8821381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6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2E00-93EF-3FC9-7A74-B0B2A094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27760"/>
            <a:ext cx="11360800" cy="763600"/>
          </a:xfrm>
        </p:spPr>
        <p:txBody>
          <a:bodyPr/>
          <a:lstStyle/>
          <a:p>
            <a:r>
              <a:rPr lang="en-IN"/>
              <a:t>Conclusion: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54F94-DCD1-3537-551B-38DDCE855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5033"/>
            <a:ext cx="11360800" cy="4258400"/>
          </a:xfrm>
        </p:spPr>
        <p:txBody>
          <a:bodyPr/>
          <a:lstStyle/>
          <a:p>
            <a:pPr lvl="0"/>
            <a:r>
              <a:rPr lang="en-US" dirty="0"/>
              <a:t>Intents are used for communication between app components in Android.</a:t>
            </a:r>
          </a:p>
          <a:p>
            <a:pPr lvl="0"/>
            <a:r>
              <a:rPr lang="en-US" dirty="0"/>
              <a:t>Explicit Intents specify the target component directly.</a:t>
            </a:r>
          </a:p>
          <a:p>
            <a:pPr lvl="0"/>
            <a:r>
              <a:rPr lang="en-US" dirty="0"/>
              <a:t>Implicit Intents declare a general action and allow the system to find the appropriate component to handle it.</a:t>
            </a:r>
          </a:p>
          <a:p>
            <a:pPr lvl="0"/>
            <a:r>
              <a:rPr lang="en-US" dirty="0"/>
              <a:t>The Package Manager resolves intents to facilitate interactions between activities, services, and broadcast receivers.</a:t>
            </a:r>
          </a:p>
        </p:txBody>
      </p:sp>
    </p:spTree>
    <p:extLst>
      <p:ext uri="{BB962C8B-B14F-4D97-AF65-F5344CB8AC3E}">
        <p14:creationId xmlns:p14="http://schemas.microsoft.com/office/powerpoint/2010/main" val="4151804055"/>
      </p:ext>
    </p:extLst>
  </p:cSld>
  <p:clrMapOvr>
    <a:masterClrMapping/>
  </p:clrMapOvr>
</p:sld>
</file>

<file path=ppt/theme/theme1.xml><?xml version="1.0" encoding="utf-8"?>
<a:theme xmlns:a="http://schemas.openxmlformats.org/drawingml/2006/main" name="android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droidTheme" id="{21D3076A-FD8C-4797-925B-510C22FF60C8}" vid="{B337F5F6-B8D1-4DC3-831E-0517456AC44C}"/>
    </a:ext>
  </a:extLst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androidTheme</Template>
  <TotalTime>29</TotalTime>
  <Words>450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Google Sans</vt:lpstr>
      <vt:lpstr>Roboto</vt:lpstr>
      <vt:lpstr>Wingdings</vt:lpstr>
      <vt:lpstr>androidTheme</vt:lpstr>
      <vt:lpstr>GDT master</vt:lpstr>
      <vt:lpstr>Understanding Intents in Android Development</vt:lpstr>
      <vt:lpstr>What is an Intent?</vt:lpstr>
      <vt:lpstr>Types of Intents</vt:lpstr>
      <vt:lpstr>Explicit Intent</vt:lpstr>
      <vt:lpstr>Implicit Intent</vt:lpstr>
      <vt:lpstr>Key Differences Between Explicit and Implicit Intents</vt:lpstr>
      <vt:lpstr>How Package Manager Uses Intent</vt:lpstr>
      <vt:lpstr>How Package Manager Uses Intent</vt:lpstr>
      <vt:lpstr>How Package Manager Uses Intent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Fahim khan</dc:creator>
  <cp:lastModifiedBy>Mohammed Fahim khan</cp:lastModifiedBy>
  <cp:revision>4</cp:revision>
  <dcterms:created xsi:type="dcterms:W3CDTF">2024-07-28T17:55:32Z</dcterms:created>
  <dcterms:modified xsi:type="dcterms:W3CDTF">2025-01-17T01:16:40Z</dcterms:modified>
</cp:coreProperties>
</file>